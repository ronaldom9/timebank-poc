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  <a:latin typeface="Calibri"/>
              </a:defRPr>
            </a:pPr>
            <a:r>
              <a:t>TIMEHEROES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4A4A"/>
                </a:solidFill>
                <a:latin typeface="Calibri"/>
              </a:defRPr>
            </a:pPr>
            <a:r>
              <a:t>Une banque du temps moderne pour les héros du quotidien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00400"/>
            <a:ext cx="2286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A080"/>
                </a:solidFill>
                <a:latin typeface="Calibri"/>
              </a:defRPr>
            </a:pPr>
            <a:r>
              <a:t>🎯 POC fonctionnel    🏗️ 12 lots livrés    🚀 timeheroes.fr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Une plateforme d'échange de services où chaque compétence devient une monnaie.</a:t>
            </a:r>
            <a:br/>
            <a:r>
              <a:t>Pas d'argent. Du temps contre du temps.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669280"/>
            <a:ext cx="36576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A8A"/>
                </a:solidFill>
                <a:latin typeface="Calibri"/>
              </a:defRPr>
            </a:pPr>
            <a:r>
              <a:t>Ronald Mounien — MBA ESSEC Executive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731520"/>
            <a:ext cx="2926080" cy="2926080"/>
          </a:xfrm>
          <a:prstGeom prst="roundRect">
            <a:avLst>
              <a:gd name="adj" fmla="val 10000"/>
            </a:avLst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371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AA"/>
                </a:solidFill>
                <a:latin typeface="Calibri"/>
              </a:defRPr>
            </a:pPr>
            <a:r>
              <a:t>PITCH</a:t>
            </a:r>
            <a:br/>
            <a:r>
              <a:t>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POURQUOI CE PROJET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Le temps, dernière ressource vraiment égale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657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Lien social en déclin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1 Français sur 3 ne connaît pas ses voisins.</a:t>
            </a:r>
            <a:br/>
            <a:r>
              <a:t>Les plateformes marchandes ne font que</a:t>
            </a:r>
            <a:br/>
            <a:r>
              <a:t>consommer ce lien.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3657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Barrière économique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Aide informatique, soutien scolaire, bricolage</a:t>
            </a:r>
            <a:br/>
            <a:r>
              <a:t>— ces services sont inaccessibles à ceux</a:t>
            </a:r>
            <a:br/>
            <a:r>
              <a:t>qui n'ont pas les moyens de payer.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291840" cy="3657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Engagement non valorisé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74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Des millions d'heures de bénévolat ne</a:t>
            </a:r>
            <a:br/>
            <a:r>
              <a:t>laissent aucune trace. Pas de CV,</a:t>
            </a:r>
            <a:br/>
            <a:r>
              <a:t>pas de valorisation professionnelle.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Une banque du temps  1 heure = 1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TimeHeroes est une plateforme où chaque compétence devient une monnaie d'échange.</a:t>
            </a:r>
            <a:br/>
            <a:r>
              <a:t>Pas d'argent. Du temps contre du temps.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Escrow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Les TIME sont bloqués pendant</a:t>
            </a:r>
            <a:br/>
            <a:r>
              <a:t>la mission. Libérés uniquement</a:t>
            </a:r>
            <a:br/>
            <a:r>
              <a:t>après validation des deux parties.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QR Code &amp; NFC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9319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Validation de complétion par QR</a:t>
            </a:r>
            <a:br/>
            <a:r>
              <a:t>code scanné ou tag NFC.</a:t>
            </a:r>
            <a:br/>
            <a:r>
              <a:t>Zéro friction entre héros.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468880"/>
            <a:ext cx="32918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A1A1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Gamification Hero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XP, badges, niveaux, quêtes et</a:t>
            </a:r>
            <a:br/>
            <a:r>
              <a:t>récompenses. Chaque heure</a:t>
            </a:r>
            <a:br/>
            <a:r>
              <a:t>d'entraide compte.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Tout ce qu'un héros mérite d'avoir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Recherche, filtres par catégories,</a:t>
            </a:r>
            <a:br/>
            <a:r>
              <a:t>distance et localisation.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Wallet &amp;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Portefeuille TIME avec historique,</a:t>
            </a:r>
            <a:br/>
            <a:r>
              <a:t>transferts, mint initial.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Booking &amp; Escrow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48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Réservation, blocage, annulation,</a:t>
            </a:r>
            <a:br/>
            <a:r>
              <a:t>complétion. Vie de la 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Réputation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Système de notes et avis</a:t>
            </a:r>
            <a:br/>
            <a:r>
              <a:t>post-mission.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10896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Urgent Help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Mode demande urgente.</a:t>
            </a:r>
            <a:br/>
            <a:r>
              <a:t>La communauté répond.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10896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Local Heroes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Géolocalisation. Trouve les héros</a:t>
            </a:r>
            <a:br/>
            <a:r>
              <a:t>dans ton quartier.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QR / NFC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74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Validation physique de complétion.</a:t>
            </a:r>
            <a:br/>
            <a:r>
              <a:t>Technologie NFC embarquée.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57200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074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XP, badges, niveaux, quêtes.</a:t>
            </a:r>
            <a:br/>
            <a:r>
              <a:t>L'entraide devient aventure.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572000"/>
            <a:ext cx="3474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Pot Commun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074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Financement solidaire des missions.</a:t>
            </a:r>
            <a:br/>
            <a:r>
              <a:t>Contribue au bien commun.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DIFFÉRENTIATEUR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Gamification Hero :</a:t>
            </a:r>
            <a:br/>
            <a:r>
              <a:t>ton entraide devient ton XP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1A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080"/>
                </a:solidFill>
                <a:latin typeface="Calibri"/>
              </a:defRPr>
            </a:pPr>
            <a:r>
              <a:t>5 Niveaux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Débutant → Héros Légendaire.</a:t>
            </a:r>
            <a:br/>
            <a:r>
              <a:t>Chaque niveau débloque</a:t>
            </a:r>
            <a:br/>
            <a:r>
              <a:t>des privilèges.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1A"/>
                </a:solidFill>
                <a:latin typeface="Calibri"/>
              </a:defRPr>
            </a:pPr>
            <a:r>
              <a:t>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080"/>
                </a:solidFill>
                <a:latin typeface="Calibri"/>
              </a:defRPr>
            </a:pPr>
            <a:r>
              <a:t>Badges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Badges thématiques pour les</a:t>
            </a:r>
            <a:br/>
            <a:r>
              <a:t>actions spéciales et</a:t>
            </a:r>
            <a:br/>
            <a:r>
              <a:t>l'engagement durable.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1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080"/>
                </a:solidFill>
                <a:latin typeface="Calibri"/>
              </a:defRPr>
            </a:pPr>
            <a:r>
              <a:t>Quêtes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Défis quotidiens et missions</a:t>
            </a:r>
            <a:br/>
            <a:r>
              <a:t>spéciales pour maintenir</a:t>
            </a:r>
            <a:br/>
            <a:r>
              <a:t>l'engagement.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≠ Différence fondamentale : La plupart des time banks s'arrêtent au matching.</a:t>
            </a:r>
            <a:br/>
            <a:r>
              <a:t>TimeHeroes transforme chaque échange en expérience engageante — comme un RPG social</a:t>
            </a:r>
            <a:br/>
            <a:r>
              <a:t>où plus tu aides, plus tu montes en grade. Et ça devient un CV de l'engagement.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PARCOURS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Du besoin au héros en 5 minutes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Je crée mon compte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0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Inscription rapide avec email.</a:t>
            </a:r>
            <a:br/>
            <a:r>
              <a:t>Ou connexion démo 1-clic.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254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Je propose ou je 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Je publie ce que je sais faire,</a:t>
            </a:r>
            <a:br/>
            <a:r>
              <a:t>ou je trouve quelqu'un pour m'aider.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254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Je réserve en quelques clics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49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Les TIME sont bloqués en escrow.</a:t>
            </a:r>
            <a:br/>
            <a:r>
              <a:t>Le héros est prévenu.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La mission se réalise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40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Cours de guitare, aide déménagement,</a:t>
            </a:r>
            <a:br/>
            <a:r>
              <a:t>soutien scolaire…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77440"/>
            <a:ext cx="254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0" y="34747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Je valide par QR/NFC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94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Un scan. Un tag. Les TIME sont libérés.</a:t>
            </a:r>
            <a:br/>
            <a:r>
              <a:t>Les deux parties notent.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254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502920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Je gagne XP + badges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349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Ma réputation grandit. Mon niveau</a:t>
            </a:r>
            <a:br/>
            <a:r>
              <a:t>augmente. Mon CV s'enrichit.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CHIFFRES &amp; RÉALISATION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Du concept à la réalité en 2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Lots fonctionnels</a:t>
            </a:r>
            <a:br/>
            <a:r>
              <a:t>livrés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22+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Routes /</a:t>
            </a:r>
            <a:br/>
            <a:r>
              <a:t>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Catégories de</a:t>
            </a:r>
            <a:br/>
            <a:r>
              <a:t>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Niveaux</a:t>
            </a:r>
            <a:br/>
            <a:r>
              <a:t>Hero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Lots livrés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Auth &amp; Wallet · Marketplace · Booking &amp; Escrow</a:t>
            </a:r>
            <a:br/>
            <a:r>
              <a:t>Rating &amp; Reputation · Local Heroes · Urgent Help</a:t>
            </a:r>
            <a:br/>
            <a:r>
              <a:t>NFC Proof · Gamification · Demo Seed · Landing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59" y="393192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Screens principales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Dashboard · Marketplace · Détail Mission · Booking</a:t>
            </a:r>
            <a:br/>
            <a:r>
              <a:t>Wallet · Rewards · Profile · Urgent Help · 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39319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598" y="3931920"/>
            <a:ext cx="3474720" cy="457200"/>
          </a:xfrm>
          <a:prstGeom prst="roundRect">
            <a:avLst>
              <a:gd name="adj" fmla="val 8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8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Next.js 16 · TypeScript · Prisma 6 · SQLite</a:t>
            </a:r>
            <a:br/>
            <a:r>
              <a:t>Tailwind v4 · NextAuth · Zod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ARCHITECTURE &amp;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A8A"/>
                </a:solidFill>
                <a:latin typeface="Calibri"/>
              </a:defRPr>
            </a:pPr>
            <a:r>
              <a:t>Une stack moderne, un déploiement VPS réel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Next.js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201168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01168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Prisma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514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Tailwind v4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5146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NextAuth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Zod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0175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Lucide Icons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0175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E0FAF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bcryptjs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onsolas"/>
              </a:defRPr>
            </a:pPr>
            <a:r>
              <a:t>Client → HTTPS timeheroes.fr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onsolas"/>
              </a:defRPr>
            </a:pPr>
            <a:r>
              <a:t>→ Caddy (SSL/TLS) → localhost:3096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onsolas"/>
              </a:defRPr>
            </a:pPr>
            <a:r>
              <a:t>→ Next.js (programmatic server)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59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onsolas"/>
              </a:defRPr>
            </a:pPr>
            <a:r>
              <a:t>→ Prisma ORM → SQLite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011680"/>
            <a:ext cx="4754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286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Calibri"/>
              </a:defRPr>
            </a:pPr>
            <a:r>
              <a:t>🌐 timeheroes.fr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834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Hébergé sur VPS Hetzner (Allemagne)</a:t>
            </a:r>
            <a:br/>
            <a:r>
              <a:t>Domaine OVH · SSL Let's Encrypt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365760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🔑 TESTEZ LA DÉMO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206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Email : demo@timeheroes.fr</a:t>
            </a:r>
            <a:br/>
            <a:r>
              <a:t>Mot de passe : TimeHeroes2026!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Ou utilisez ⚡ Connexion démo 1-clic sur la page de login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080"/>
                </a:solidFill>
                <a:latin typeface="Calibri"/>
              </a:defRPr>
            </a:pPr>
            <a:r>
              <a:t>FEUILLE DE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La suite de l'aventure TimeHeroes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A8A"/>
                </a:solidFill>
                <a:latin typeface="Calibri"/>
              </a:defRPr>
            </a:pPr>
            <a:r>
              <a:t>Juin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✅ Fait —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Base fonctionnelle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Auth, Wallet,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Booking &amp;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QR/NFC, Gamification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Urgent Help, Local Heroes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Landing page, seed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291840" cy="4389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3291840" cy="635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A8A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500"/>
                </a:solidFill>
                <a:latin typeface="Calibri"/>
              </a:defRPr>
            </a:pPr>
            <a:r>
              <a:t>🎯 En cours —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Passage à l'échelle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Dashboard admin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Notifications temps réel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Messagerie intégrée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Onboarding enrichi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PostgreSQL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828800"/>
            <a:ext cx="3291840" cy="4389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828800"/>
            <a:ext cx="3291840" cy="635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A8A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C"/>
                </a:solidFill>
                <a:latin typeface="Calibri"/>
              </a:defRPr>
            </a:pPr>
            <a:r>
              <a:t>🌟 Vision — Long terme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Impact &amp; écosystème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Records of Achievement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Portfolio bénévole / 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Réseau coopératives 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Application mobile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→  API publique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080"/>
                </a:solidFill>
                <a:latin typeface="Calibri"/>
              </a:defRPr>
            </a:pPr>
            <a:r>
              <a:t>🌍 L'AVENIR DE L'ENTRAIDE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A1A1A"/>
                </a:solidFill>
                <a:latin typeface="Calibri"/>
              </a:defRPr>
            </a:pPr>
            <a:r>
              <a:t>L'engagement citoyen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D4AA"/>
                </a:solidFill>
                <a:latin typeface="Calibri"/>
              </a:defRPr>
            </a:pPr>
            <a:r>
              <a:t>devient un actif professionnel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TimeHeroes, c'est plus qu'une app. C'est un nouveau standard pour</a:t>
            </a:r>
            <a:br/>
            <a:r>
              <a:t>reconnaître, valoriser et monétiser l'engagement de chacun.</a:t>
            </a:r>
            <a:br/>
            <a:r>
              <a:t>Le temps est la seule vraie richesse. Échangeons-la.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🚀  timeheroes.fr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50292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Calibri"/>
              </a:defRPr>
            </a:pPr>
            <a:r>
              <a:t>📧  demo@timeheroes.fr   /   TimeHeroes2026!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914400"/>
            <a:ext cx="3200400" cy="3200400"/>
          </a:xfrm>
          <a:prstGeom prst="roundRect">
            <a:avLst>
              <a:gd name="adj" fmla="val 15000"/>
            </a:avLst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  <a:latin typeface="Calibri"/>
              </a:defRPr>
            </a:pPr>
            <a:r>
              <a:t>PITCH</a:t>
            </a:r>
            <a:br/>
            <a:r>
              <a:t>DECK</a:t>
            </a:r>
            <a:br/>
            <a: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8A"/>
                </a:solidFill>
                <a:latin typeface="Calibri"/>
              </a:defRPr>
            </a:pPr>
            <a:r>
              <a:t>Ronald Mounien — MBA ESSEC Executive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